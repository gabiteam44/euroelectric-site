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SISTEME FOTOVOLTAICE (SOLAR)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TIPURI DE SISTEME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On-Grid (conectate la rețea)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Off-Grid (sisteme izolate)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63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Hibride (cu baterii)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9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Rezidențiale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Comerciale și Industriale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mari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BENEFICII ȘI APLICAȚII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Energie curată și regenerabilă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Reducerea costurilor de energie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Deduceri fiscale și subvenții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Durabilitate și protecția mediului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Independență energetică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ROI în 5-8 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PROIECTARE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Studiu insolație, calcul putere, schiță instalare, costuri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INSTALARE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Montaj panouri, invertoare, cablare, conectare la rețea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TESTARE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Probe funcționalitate, măsurări, rapoarte de conformitate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MENTENANȚĂ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Curățare panouri, monitorizare, reparații, garanție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COMPONENTE ȘI STANDARDE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COMPONENTE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Panouri de înaltă eficiență, invertoare, structuri montare, cabluri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STANDARDE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IEC 61215, IEC 61730, EN 50160, SR EN 60364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CE Marking, WARRANTY 25 ani, Certificat conectare ANRE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Energia curată pentru viitorul tău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