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</a:defRPr>
            </a:pPr>
            <a:r>
              <a:t>EUROELECTRIC - INSTALAȚII CURENȚI SLABI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640080"/>
            <a:ext cx="5486400" cy="4572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TIPURI DE INSTALAȚII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Telecomunicații și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075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Sisteme de Siguranță (CCTV)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636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Sisteme de Alarme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196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Sonorizare și Multimedia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756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Sisteme de Control Acces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31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Rețele LAN/WiFi/Fibră Optică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7772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DOMENII DE APLICARE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0515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Clădiri de Birouri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07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Centre Comerciale și Magazine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63624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Spitale și Centre Medicale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81965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Fabrici și Ateliere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0756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Centre de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317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Banke și Instituții Financiare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7432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SERVICII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01752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PROIECTARE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182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Studiu necesități, schiță rute, dimensionare cabluri și canale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611879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INSTALARE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Trasare rute, montaj dulii, instalare fire și conectori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20624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TESTARE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3708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Verificări continuitate, teste transmisie, certificări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80060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MENTENANȚĂ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965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Support 24/7, update sisteme, training utilizatori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7432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ECHIPAMENTE ȘI STANDARDE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01752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MATERIALE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1821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Cabluri Cat5e/Cat6/Cat6A, Fibră optică, Conectori, Panouri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56616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STANDARDE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7307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EN 50173, EN 50174, EN 60364-5-56, IEC 61076-2-109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11480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CERTIFICĂRI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279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Teste de Transmisie, Documente Conformitate, Manuale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943600"/>
            <a:ext cx="8595360" cy="777240"/>
          </a:xfrm>
          <a:prstGeom prst="rect">
            <a:avLst/>
          </a:prstGeom>
          <a:solidFill>
            <a:srgbClr val="1E3A5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35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EUROELECTRIC SRL - Hunedoara, România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E-mail: contact@euroelectric.ro | Website: www.euroelectric.ro | Conectivitate și Siguranță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