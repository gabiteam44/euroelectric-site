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SERVICII INSTALAȚII ELECTRICE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TIPURI DE INSTALAȚII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Rezidențiale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Comerciale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63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Industriale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9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Iluminat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Siguranță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Speciale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APLICAȚII PRINCIPALE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Apartamente și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Comerciale (Auchan, Lidl, Hornbach)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Spitale și Instituții Medicale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Fabrici și Ateliere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Iluminat Stradal și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Stații de Încărcare Vehicule Electrice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PROIECTARE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Soluții adaptate, calcule sarcini, planuri, dimensionare siguranțe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EXECUȚIE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Montaj conform normelor, trasare rute, suduri și îmbinări, finisare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TESTARE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Măsurări rezistență, probe sub sarcină, raporturi conformitate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SUPORT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Garanție, asigurare răspundere civilă, service 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STANDARDE ȘI CERTIFICĂRI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EUROPENE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EN 60364, EN 50160, EN 61000, IEC 60950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NAȚIONALE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NTE 006-2002, NTPA, SR EN 50083, Legea 123/2012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Marcaj CE, Declarație de Conformitate, Inspecție ANRE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Suport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