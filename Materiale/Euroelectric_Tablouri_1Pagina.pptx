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</a:defRPr>
            </a:pPr>
            <a:r>
              <a:t>EUROELECTRIC - SERVICII TABLOURI ELECTRICE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640080"/>
            <a:ext cx="5486400" cy="45720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TABLOURI JOASĂ TENSIUNE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A1A1A"/>
                </a:solidFill>
              </a:defRPr>
            </a:pPr>
            <a:r>
              <a:t>Panouri de distribuție și control pentru instalații până la 1000V. Soluții industriale, comerciale și publice.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77724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APLICAȚII PRINCIPALE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515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Industrie și Manufacturing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07592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Centre Comerciale (Auchan, Lidl, Hornbach)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563624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Spitale și Instituții Publice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19656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Energie Regenerabilă (Solar, Eolian)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07568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Telecomunicații și Centre de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3317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1A1A1A"/>
                </a:solidFill>
              </a:defRPr>
            </a:pPr>
            <a:r>
              <a:t>• Stații de Încărcare Vehicule Electrice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7432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SERVICII 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01752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PROIECTARE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182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Soluții personalizate, calcule, scheme electrice, documentație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611879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FABRICAȚIE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7764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Prelucrare CNC, asamblare, cablare, protecție anticorozivă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20624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MONTAJ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370831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Echipă experimentată, instalare la fața locului, suport continuu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800600"/>
            <a:ext cx="27432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TESTARE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651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Teste izolație, verificare funcționalitate, rapoarte conformitate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74320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E5A8C"/>
                </a:solidFill>
              </a:defRPr>
            </a:pPr>
            <a:r>
              <a:t>STANDARDE ȘI CONFORMITATE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01752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EUROPENE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1821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EN 61439-1, EN 61439-2, EN 60950-1, EN 61010-1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56616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NAȚIONALE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730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SR EN 60364, NTE 006, NTPA, Legea 123/2012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114800"/>
            <a:ext cx="41148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E3A5F"/>
                </a:solidFill>
              </a:defRPr>
            </a:pPr>
            <a:r>
              <a:t>CERTIFICĂRI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2793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1A1A1A"/>
                </a:solidFill>
              </a:defRPr>
            </a:pPr>
            <a:r>
              <a:t>Marcaj CE, Declarație de Conformitate, Asigurare Răspundere Civilă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943600"/>
            <a:ext cx="8595360" cy="777240"/>
          </a:xfrm>
          <a:prstGeom prst="rect">
            <a:avLst/>
          </a:prstGeom>
          <a:solidFill>
            <a:srgbClr val="1E3A5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EUROELECTRIC SRL - Hunedoara, România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309360"/>
            <a:ext cx="8229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E-mail: contact@euroelectric.ro | Website: www.euroelectric.ro | Suport 24/7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