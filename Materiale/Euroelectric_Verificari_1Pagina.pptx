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EUROELECTRIC - VERIFICĂRI INSTALAȚII ELECTRICE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640080"/>
            <a:ext cx="5486400" cy="457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TIPURI DE VERIFICĂRI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Măsurări Rezistență Izolație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Măsurări Rezistență Pământ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63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Probe Sub Sarcină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9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Defectoscopie Instalații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756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Măsurări Continuitate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Inspecție și Certificare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777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DOMENII DE APLICARE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Rezidențiale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07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Instalații Comerciale și Industriale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6362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Centre de Date și Telecomunicații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1965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Iluminat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756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Siguranță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Controlul Calității și Conformității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SERVICII VERIFICARE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1752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MĂSURĂRI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Echipamente calibrate, măsurări precise, date documentate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611879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ANALIZĂ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Evaluare conform standarde, identificare defecte, diagnostice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RAPOARTE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370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Documentație detaliată, recomandări, certificări de conformitate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Remediere defecte, re-verificări, asigurare calitate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ECHIPAMENTE ȘI STANDARDE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APARATE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Megohmmetru, Terrameter, Multimetru, Ampermetru - toate calibrate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6616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STANDARDE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EN 60364, EN 61557, SR EN 60309, IEC 61010-1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1480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CERTIFICĂRI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Acreditare ANRE, Certificate de Conformitate, Rapoarte Inspecție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43600"/>
            <a:ext cx="8595360" cy="777240"/>
          </a:xfrm>
          <a:prstGeom prst="rect">
            <a:avLst/>
          </a:prstGeom>
          <a:solidFill>
            <a:srgbClr val="1E3A5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35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EUROELECTRIC SRL - Hunedoara, România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E-mail: contact@euroelectric.ro | Website: www.euroelectric.ro | Disponibil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