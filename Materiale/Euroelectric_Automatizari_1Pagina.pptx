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E3A5F"/>
                </a:solidFill>
              </a:defRPr>
            </a:pPr>
            <a:r>
              <a:t>EUROELECTRIC - AUTOMATIZĂRI INDUSTRIALE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640080"/>
            <a:ext cx="5486400" cy="45720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5A8C"/>
                </a:solidFill>
              </a:defRPr>
            </a:pPr>
            <a:r>
              <a:t>SISTEME AUTOMATIZARE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PLC și Controlere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075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Sisteme SCADA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6362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Convertizoare de Frecvență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81965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Sisteme de Monitorizare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7568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Interfețe HMI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317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Robotică și Mecanizare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77724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5A8C"/>
                </a:solidFill>
              </a:defRPr>
            </a:pPr>
            <a:r>
              <a:t>DOMENII DE APLICARE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05156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Fabrici și Ateliere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307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Linii de Producție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563624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Sisteme de Distribuție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81965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Instalații de Apă și Gaze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07568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Centre de Tratare Deșeuri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33172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Controlul Proceselor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7432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5A8C"/>
                </a:solidFill>
              </a:defRPr>
            </a:pPr>
            <a:r>
              <a:t>SERVICII COMPLETE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017520"/>
            <a:ext cx="2743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PROIECTARE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1821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Analiza necesități, schiță sistem, selecție echipamente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611879"/>
            <a:ext cx="2743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PROGRAMARE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7764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Dezvoltare programe PLC, SCADA, teste logică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206240"/>
            <a:ext cx="2743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INSTALARE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37083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Montaj componente, cablare, configurare hardware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800600"/>
            <a:ext cx="2743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MENTENANȚĂ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49651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Suport tehnic, upgrade, training operatori, garanție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27432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5A8C"/>
                </a:solidFill>
              </a:defRPr>
            </a:pPr>
            <a:r>
              <a:t>BENEFICII ȘI STANDARDE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017520"/>
            <a:ext cx="4114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BENEFICII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1821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Creșterea productivității, reducerea erorilor, siguranța operatori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566160"/>
            <a:ext cx="4114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STANDARDE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7307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EN 61131-3, EN 60204-1, EN 61508, IEC 61010-1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114800"/>
            <a:ext cx="4114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CERTIFICĂRI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2793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CE Marking, Documente conformitate, Manuale de operare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943600"/>
            <a:ext cx="8595360" cy="777240"/>
          </a:xfrm>
          <a:prstGeom prst="rect">
            <a:avLst/>
          </a:prstGeom>
          <a:solidFill>
            <a:srgbClr val="1E3A5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0350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4AF37"/>
                </a:solidFill>
              </a:defRPr>
            </a:pPr>
            <a:r>
              <a:t>EUROELECTRIC SRL - Hunedoara, România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30936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E-mail: contact@euroelectric.ro | Website: www.euroelectric.ro | Productivitate și Eficiență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